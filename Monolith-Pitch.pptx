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الفكرة — لا دليل الاستخدام. الهدف: توضيح المشكلة والحل في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الجملة المفتاحية للعرض كله: المشكلة ليست حسابية، بل مشكلة ذاكرة وثقة.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النقطة: الطرق الحالية ليست خاطئة، لكنها تنهار عند أول نزاع.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الفرق الجوهري بين مونوليث وجدول البيانات: الإثبات، لا الحساب.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أنظمة فرعية تخدم غرضًا واحدًا: أن يكون لكل ريال أثر.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جوهر العرض: الفرق بين «نثق بأمين الصندوق» و«لا نحتاج أن نثق».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ليست مقارنة في المزايا، بل في ما يبقى منها عند الخلاف.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صغيرة عن قصد — هذه ميزانية نادٍ، لا جولة تمويل.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الحدود بوضوح يبني ثقة أكثر مما يفقدها — خاصة في منتج مالي.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شكرًا — الأسئلة مرحّب بها. الحسابات التجريبية في دليل الاستخدام.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10367" y="1325880"/>
            <a:ext cx="9144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7275" y="1563624"/>
            <a:ext cx="100584" cy="43891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4688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 ·  THE IDEA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6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404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خزنة تمويل المشاريع الطلابية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526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الابتكار وريادة الأعمال — جامعة الملك سعود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76072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الفكرة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116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أموال النادي لا تحتاج محاسبًا.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260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ذاكرة لا تُنكَر.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66928" y="562356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 يحوّل الاتفاقات الشفهية إلى سجل واحد لا يقبل الحذف.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تُدار أموال النادي اليوم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7839" cy="100584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36047" y="1691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636776"/>
            <a:ext cx="9137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مجموعة واتساب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39112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الإيصالات صور في هواتف الأعضاء، تختفي عند تغيير الجهاز.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11057839" cy="100584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36047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79776"/>
            <a:ext cx="9137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جدول بيانات على جهاز واحد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182112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يملكه أمين الصندوق، ولا يستطيع أحد غيره التحقق منه.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11057839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36047" y="3977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922776"/>
            <a:ext cx="9137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ذاكرة الأعضاء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325112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«اتفقنا أن نصيبك 30%» — ثم يتخرّج من يتذكّر الاتفاق.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ثلاثتها تعمل — حتى أول خلاف على المال. عندها لا يوجد ما يُحتكم إليه.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116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ليست في معرفة الرصيد.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260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 في إثبات من وافق على ماذا، ومتى.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562356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جدول بيانات يعطيك رقمًا. لا شيء منها يعطيك دليلًا.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أشياء، في مكان واحد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ويب عربي بالكامل — كل تغيير يُسجَّل باسم من أجراه ووقته.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2331" y="1938528"/>
            <a:ext cx="2572436" cy="24231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08363" y="219456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08363" y="254203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الحصص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08363" y="3090672"/>
            <a:ext cx="20603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يملك أي نسبة، ولا يُعتمد أي توزيع قبل أن يبلغ المجموع 100%.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3864" y="1938528"/>
            <a:ext cx="2572436" cy="24231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9896" y="219456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79896" y="254203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التدقيق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3090672"/>
            <a:ext cx="20603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تعديل مقيَّد: من، ومتى، ومن أي قيمة إلى أي قيمة.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95396" y="1938528"/>
            <a:ext cx="2572436" cy="24231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1428" y="219456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1428" y="254203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الإيصالات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51428" y="3090672"/>
            <a:ext cx="20603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إيصال التحويل يُرفَق بالحركة نفسها، لا في مجلد منفصل.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1938528"/>
            <a:ext cx="2572436" cy="24231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19456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54203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الصرف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090672"/>
            <a:ext cx="20603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شهرًا تكفي أموالكم بمعدل الصرف الحالي.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636008"/>
            <a:ext cx="11057839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864608"/>
            <a:ext cx="103263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 منها جديد على حدة. الجديد أن تكون كلها في سجل واحد لا يُعدَّل.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CAN BE TRUSTED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آلية الثقة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غير قابل للتعديل بحكم البناء، لا بحكم السياسة.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296" y="1938528"/>
            <a:ext cx="5373472" cy="306324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71336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MONOLITH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71576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«أذكر أننا اتفقنا على 40%»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71336" y="3282696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«الإيصال كان في جوالي القديم»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3849624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«أمين الصندوق السابق تخرّج»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71336" y="4425696"/>
            <a:ext cx="4733392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1336" y="4572000"/>
            <a:ext cx="473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كلام مقابل كلام.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5373472" cy="3063240"/>
          </a:xfrm>
          <a:prstGeom prst="rect">
            <a:avLst/>
          </a:prstGeom>
          <a:solidFill>
            <a:srgbClr val="151515"/>
          </a:solidFill>
          <a:ln w="19050">
            <a:solidFill>
              <a:srgbClr val="FFB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MONOLITH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71576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2715768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مستور الشهراني · 2026-06-05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008376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نسبة «مستور الشهراني»  ·  40 ← 35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35844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3584448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عمر الشهراني · 2026-09-11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3877056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إرفاق إيصال تحويل  ·  1,450 ريال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" y="4425696"/>
            <a:ext cx="4733392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4572000"/>
            <a:ext cx="473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مؤرَّخ باسم صاحبه، لا يمكن حذفه.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2486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في التطبيق أي مسار برمجي يعدّل سجل التدقيق أو يحذف منه — الكتابة فيه إضافة فقط.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جدول بيانات؟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360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بيانات + واتساب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75608" y="1417320"/>
            <a:ext cx="360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487168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84287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عدّل النسبة ومتى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11680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معروف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75608" y="2011680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مقيَّد باسم وتاريخ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84287" y="26700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إيصال الحركة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670048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جوال أحدهم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75608" y="2670048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مرفق بالحركة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84287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المجموع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28416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يدوي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75608" y="3328416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يمنع التوزيع تلقائيًا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84287" y="3986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يستطيع الاطّلاع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86784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يملك الملف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175608" y="3986784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عضو مصرّح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12064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84287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يبقى بعد التخرّج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645152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75608" y="4645152"/>
            <a:ext cx="360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كاملًا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 CLUB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بأرقام نادٍ حقيقي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المحمّلة في العرض مبنية على ميزانية نادٍ طلابي فعلي — لا أرقام شركات ناشئة.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2331" y="1938528"/>
            <a:ext cx="2572436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08363" y="2304288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308363" y="292608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08363" y="320040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الأموال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3864" y="1938528"/>
            <a:ext cx="2572436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9896" y="2304288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79896" y="292608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/ شهر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320040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الصرف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95396" y="1938528"/>
            <a:ext cx="2572436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1428" y="2304288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651428" y="292608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1428" y="320040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المدة المتبقية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1938528"/>
            <a:ext cx="2572436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304288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92608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عضوًا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200400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المشتركون هذا الفصل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13048"/>
            <a:ext cx="11057839" cy="1417320"/>
          </a:xfrm>
          <a:prstGeom prst="rect">
            <a:avLst/>
          </a:prstGeom>
          <a:solidFill>
            <a:srgbClr val="15151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08736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الدخل: مخصص عمادة شؤون الطلاب (6,000 ريال) + اشتراكات الأعضاء (25 ريالًا للعضو).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54456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بنود الصرف: ضيافة الفعاليات، والطباعة، وجوائز الهاكاثون. والصيف هادئ على الجانبين — إجازة.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الجاهز الآن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نموذجًا أوليًا على شرائح — التطبيق منشور ويعمل.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296" y="1938528"/>
            <a:ext cx="5373472" cy="2560320"/>
          </a:xfrm>
          <a:prstGeom prst="rect">
            <a:avLst/>
          </a:prstGeom>
          <a:solidFill>
            <a:srgbClr val="151515"/>
          </a:solidFill>
          <a:ln w="19050">
            <a:solidFill>
              <a:srgbClr val="FFB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71336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670048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خمس شاشات كاملة تعمل ببيانات حقيقية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71336" y="3108960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سجل تدقيق غير قابل للحذف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354787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استيراد كشف الحساب وإرفاق الإيصالات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71336" y="3986784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منشور على الإنترنت ويمكن تجربته الآن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5373472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LIMITS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670048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لا ربط مصرفي فعلي — اللوحة تُحاكي البنية فقط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3108960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التوقّع انحدار خطي بسيط، لا ذكاء اصطناعي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54787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لا قراءة آلية للإيصالات الممسوحة ضوئيًا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986784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بيانات العرض تُعاد عند كل إعادة تشغيل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773168"/>
            <a:ext cx="11057839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001768"/>
            <a:ext cx="103263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الحدود مكتوبة داخل التطبيق نفسه، لا في الشرائح فقط.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7527" y="1554480"/>
            <a:ext cx="7772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93399" y="1756562"/>
            <a:ext cx="85496" cy="373075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6517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5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8444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يملك ماذا، وأين ذهب كل ريال، ومن وافق على ذلك ومتى.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4434840"/>
            <a:ext cx="11057839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13087" y="4663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الآن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645152"/>
            <a:ext cx="8497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monolith-9jv8.onrender.com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85216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603504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 ·  V0.1  ·  DEMO BUILD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مونوليث — الفكرة</dc:title>
  <dc:subject>PptxGenJS Presentation</dc:subject>
  <dc:creator>Monolith</dc:creator>
  <cp:lastModifiedBy>Monolith</cp:lastModifiedBy>
  <cp:revision>1</cp:revision>
  <dcterms:created xsi:type="dcterms:W3CDTF">2026-09-13T21:56:04Z</dcterms:created>
  <dcterms:modified xsi:type="dcterms:W3CDTF">2026-09-13T21:56:04Z</dcterms:modified>
</cp:coreProperties>
</file>